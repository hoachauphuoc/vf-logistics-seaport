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9B5E8"/>
                </a:solidFill>
              </a:defRPr>
            </a:pPr>
            <a:r>
              <a:t>VF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0">
                <a:solidFill>
                  <a:srgbClr val="FFFFFF"/>
                </a:solidFill>
              </a:defRPr>
            </a:pPr>
            <a:r>
              <a:t>Document to SAP in 10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Track 1: Workflow Automation</a:t>
            </a: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From document chaos to fully automated ERP posting</a:t>
            </a: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Team SORA | Built 100% with Snowflake CoCo CLI</a:t>
            </a: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Snowflake CoCo CLI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The Problem: Maritime Document Chaos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116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200+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Documents per vessel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0116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15-30 min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Manual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371600"/>
            <a:ext cx="20116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$5K-$50K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Compliance error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Bills of Lading, Invoices, Certificates, EDI — all processed manually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No automated cross-checking between related documents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Fraud &amp; duplicates undetected until cargo mismatch at destination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Compliance errors cause expensive port delays and fines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Solution: Automated Workflow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9B5E8"/>
                </a:solidFill>
              </a:defRPr>
            </a:pPr>
            <a:r>
              <a:t>Upload &gt; Classify &gt; Cross-Check &gt; Compliance &gt; Fraud Scan &gt; SAP Post</a:t>
            </a:r>
          </a:p>
          <a:p>
            <a:pPr>
              <a:spcAft>
                <a:spcPts val="600"/>
              </a:spcAft>
              <a:defRPr sz="1300" b="0">
                <a:solidFill>
                  <a:srgbClr val="29B5E8"/>
                </a:solidFill>
              </a:defRPr>
            </a:pPr>
            <a:r>
              <a:t>(Mendix)   (Cortex AI)  (Rule+AI)      (SQL Rules)    (Pattern)     (Auto)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2C55E"/>
                </a:solidFill>
              </a:defRPr>
            </a:pPr>
            <a:r>
              <a:t>KEY: IT TAKES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Not a dashboard. It classifies, validates, blocks, and posts —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Zero-hallucination: deterministic procedures for financial data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Hybrid AI: rules first (free), AI only for edge cases (90% savings)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End-to-end: document to SAP posting, fully automated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Ultra-low cost: ~$0.001 per document (llama3-8b)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MENDIX (Low-Code UI)          SNOWFLAKE (AI + Data Platform)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--------------------          ----------------------------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Document Upload               Cortex AI Functions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Workflow Engine                16 Stored Procedures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Async Task Queue              228+ Reference Records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Alert Dashboard               Streamlit Dashboard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SAP Posting UI                Marketplace Weather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                              Snowpark Pipeline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     Connection: JDBC + Key-Pair JWT Auth</a:t>
            </a:r>
          </a:p>
          <a:p>
            <a:pPr>
              <a:spcAft>
                <a:spcPts val="600"/>
              </a:spcAft>
              <a:defRPr sz="1300" b="0">
                <a:solidFill>
                  <a:srgbClr val="E0E0E0"/>
                </a:solidFill>
              </a:defRPr>
            </a:pPr>
            <a:r>
              <a:t>       Role: MENDIX_SERVICE_ROLE (51 grants, least-privilege)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Built 100% with CoCo CLI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7772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CoCo CLI Feature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16 stored procedures with retry logic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SQL generation + execution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Hybrid cross-check (rule + AI)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Stored Proc design + testing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228+ reference data records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Bulk SQL generation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Streamlit dashboard (5 pages)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File management + deployment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Marine weather integration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Marketplace exploration + JOINs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Snowpark analytics pipeline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Python code generation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SAP simulation (4 tables)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Table DDL + procedure creation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Cortex Agent (multilingual)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Agent spec + configuration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Feature 1: Auto-Classification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CALL CLASSIFY_DOCUMENT_TEXT('BILL OF LADING No. MAEU123...');</a:t>
            </a:r>
          </a:p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&gt; {document_type: "BILL_OF_LADING", confidence: 0.95}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17 maritime document types supported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Confidence scoring - human-in-the-loop for &lt; 85%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Retry mechanism with exponential backoff (1s, 2s, 4s)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All calls logged to AI_CALL_LOG for audit + cost tracking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Model: llama3-8b (ultra-low cost)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Feature 2: Hybrid Cross-Check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C55E"/>
                </a:solidFill>
              </a:defRPr>
            </a:pPr>
            <a:r>
              <a:t>8 SQL Rules (FREE)                     AI Fuzzy Match (edge cases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1: Weight discrepancy (&gt;2% difference)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2: Package count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3: Vessel name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4: Voyage number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5: ETD date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6: Incoterms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7: Volume/CBM discrepancy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Rule 8: Container number mismatch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AI only for party name: "VN SEAFOOD JSC" = "VIETNAM SEAFOOD JSC" (saves 90% tokens)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Feature 3: Compliance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CALL CHECK_COMPLIANCE(1);  -- 100% Deterministic, zero AI hallucination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2860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Reference Data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HS Code valid?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138 codes (97 chapters + 4-digit)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PASS/FAIL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Dangerous Goods?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DG flag on HS_CODE_REFERENCE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VGM present?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SOLAS requirement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PASS/FAIL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Route-specific docs?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EU-&gt;CoO, US-&gt;ISF, JP-&gt;NACCS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Feature 4: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AB308"/>
                </a:solidFill>
              </a:defRPr>
            </a:pPr>
            <a:r>
              <a:t>5-Rule Anomaly Detection (Pure SQL, Instant, Zero AI Cost)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DUPLICATE_BL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Same B/L number on multiple documents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DUPLICATE_CONTAINER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Same container on different B/Ls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INVALID_CONTAINER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Fails ISO 6346 check-digit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WEIGHT_ANOMALY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Weight/volume ratio abnormal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POSSIBLE_COPY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Same shipper+consignee+weight+date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Feature 5: Container Photo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CALL VERIFY_CONTAINER_PHOTO('@stage/photo.jpg', 'MAEU1234567');</a:t>
            </a:r>
          </a:p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&gt; {container_match: true, seal_match: true, condition: "good"}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AI_PARSE_DOCUMENT for OCR - extracts container number from photo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Cross-references against B/L container number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Seal number integrity verification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Container physical condition assessment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Used at gate entry - trucks verified before entering 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Marketplace: 3 Live Data Sources (Zero ETL)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Workflow Use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Pelmorex Weather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3,324 port forecasts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Delay alerts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Public Free - FX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12 currency pairs (live)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SAP charge conversion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Public Free - WTO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VN + 7 partner trade stats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Route demand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Public Free - ITA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1,816 restricted entities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Sanction screening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9B5E8"/>
                </a:solidFill>
              </a:defRPr>
            </a:pPr>
            <a:r>
              <a:t>All free | Auto-refresh | Zero infrastructure | Zero-copy sharing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Analytics: Streamlit-in-Snowflake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5544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KPIs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463040"/>
            <a:ext cx="15544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Explorer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463040"/>
            <a:ext cx="15544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Monitor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15544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Alerts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Fraud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554480" cy="1097280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9B5E8"/>
                </a:solidFill>
              </a:defRPr>
            </a:pPr>
            <a:r>
              <a:t>Cost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AI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5-page dashboard deployed natively in Snowflake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No external hosting required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Real-time data from operational tables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AI cost monitoring - essential for enterprise budget control</a:t>
            </a:r>
          </a:p>
          <a:p>
            <a:pPr>
              <a:spcAft>
                <a:spcPts val="800"/>
              </a:spcAft>
              <a:defRPr sz="1500">
                <a:solidFill>
                  <a:srgbClr val="E0E0E0"/>
                </a:solidFill>
              </a:defRPr>
            </a:pPr>
            <a:r>
              <a:t>Object: MENDIX_APP.AGENTS.VF_LOGISTICS_DASHBOARD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Security &amp; Governance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Least-Privilege Role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MENDIX_SERVICE_ROLE: 51 grants, SELECT-only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Key-pair JWT (no password)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AI_CALL_LOG: every AI call recorded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Cost Control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Token + latency tracking per procedure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Agent Data Policy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Specific lookup OK, bulk export BLOCKED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Anti-Scraping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Broad queries return summaries only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AI Agent: Professional Logistics Search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Search Type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Identifier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B/L number, Container ISO, Booking ref, IMO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Route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Port pair (VNSGN&gt;JPYOK), Country, Trade lane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Party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Shipper, Consignee, Carrier name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Time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ETD/ETA range, Date of issue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Cargo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Commodity, HS Code, Container type, Weight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By Status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Document / Shipment / Compliance status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99999"/>
                </a:solidFill>
              </a:defRPr>
            </a:pPr>
            <a:r>
              <a:t>Domain: Incoterms 2020 | IMDG Code | VGM/SOLAS | Demurrage | L/C | Carrier Alliances | B/L Types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Business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Classification time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15-30 min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2-3 sec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99.7% faster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Compliance coverage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60% manual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100% auto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Full coverage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Cross-check accuracy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Error-prone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Rule+AI hybrid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Zero missed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Fraud detection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Reactive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Proactive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Early detection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AI cost per document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~$0.001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Ultra-low cost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SAP posting time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Manual entry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Zero manual work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SAP S/4HANA Integration (Phase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B/L Approved &gt; Automatic SAP Postings: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FI: Vendor Invoice (Debit Freight 4210000 / Credit AP 2100000)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MM: Goods Receipt (MIGO 101 &gt; Plant VF01, Storage WH01)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SD: Delivery + Billing (customer invoice generated)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CO: Cost Allocation (Ocean, THC, Doc Fee, BAF breakdown)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Current: SAP tables simulated in Snowflake (4 tables + 4 procedures)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Future: SAP No-Copy (Datasphere federation, zero ETL)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9B5E8"/>
                </a:solidFill>
              </a:defRPr>
            </a:pPr>
            <a:r>
              <a:t>Live Demo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Demo Flow (6 steps):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1. Upload document &gt; Auto-classify (B/L, 95% confidence)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2. Cross-check B/L vs Invoice &gt; Weight discrepancy found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3. Compliance scan &gt; DG flagged, VGM verified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4. Fraud scan &gt; Duplicate container detected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5. Weather check &gt; Strong wind at destination port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6. SAP posting &gt; FI + MM + SD + CO created automatically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572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AI Document Intelligence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Gate Management (3,000 trucks/day)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Designed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Warehouse &amp; Yard (7 DCs)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Designed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SAP S/4HANA (No-Copy)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Simulated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Multi-Tenant Data Isolation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9B5E8"/>
                </a:solidFill>
              </a:defRPr>
            </a:pPr>
            <a:r>
              <a:t>Team SORA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8686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Contact</a:t>
                      </a:r>
                    </a:p>
                  </a:txBody>
                  <a:tcPr>
                    <a:solidFill>
                      <a:srgbClr val="29B5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Chau Phuoc Hoa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Team Lead / Backend Developer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hoachauphuoc@gmail.com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Nguyen Quoc Cuong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Frontend Developer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walkeralan620@gmail.com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Project: VF Logistics AI-Powered Seaport Platform</a:t>
            </a: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Hackathon: Snowflake CoCo CLI Hackathon 2026</a:t>
            </a:r>
          </a:p>
          <a:p>
            <a:pPr>
              <a:spcAft>
                <a:spcPts val="600"/>
              </a:spcAft>
              <a:defRPr sz="1400" b="0">
                <a:solidFill>
                  <a:srgbClr val="999999"/>
                </a:solidFill>
              </a:defRPr>
            </a:pPr>
            <a:r>
              <a:t>Tech Stack: Snowflake (Cortex AI, Snowpark, Streamlit) + Mendix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